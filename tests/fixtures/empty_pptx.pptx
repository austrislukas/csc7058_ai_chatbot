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99"/>
  </p:normalViewPr>
  <p:slideViewPr>
    <p:cSldViewPr snapToGrid="0">
      <p:cViewPr varScale="1">
        <p:scale>
          <a:sx n="71" d="100"/>
          <a:sy n="71" d="100"/>
        </p:scale>
        <p:origin x="176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94026-9983-1912-A7A6-E580A5421A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86F65-DC38-9D1C-A2D8-1BBCBFD2B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ACEDA-B32C-CD47-139E-E9C4B391F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F130B-3695-147C-03EE-06D123DDD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B3B1C-FAEE-F7A5-6C27-BE14EBC6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08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BD30E-DDAE-9D31-57A3-4ADBD2EF7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4433B-3AE9-E094-14A1-A9E284F39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74E9-904C-DD24-A9CE-C2C2D3555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0841A-3509-2F0D-832D-C19840C9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14915-B3E2-BE8C-B836-61373D2F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9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FD3C-25CB-A760-2F40-1F279FB29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983AA-96B2-B96F-1447-D2DE2AFAF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FA673-DBD9-071B-4BB2-BCB74690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80F43-26B3-51B8-D9A5-681DD15FE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D92B1-E79D-55A6-DCF0-35636425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24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4A41-CDAD-87E5-4161-9A9F44375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3BC3D-640B-2265-BFB0-BB763A16B4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2364B-0576-074A-82C3-F0703630E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016ED1-D3D6-6623-4E7A-DDA903A7B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2D38FC-AB71-9486-7873-42DF5EEDD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DD9DF-0DD7-0AFF-C811-C6223464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9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950E-382E-CC73-6F30-623C167E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E3004-75B1-4906-2760-E7DF97A3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34E0E6-ABFE-9733-DB76-04928C8EE9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E72A0-FBFB-4FF1-9BB7-266C29D28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D997A3-38FD-4CF9-BB38-F737DFDF3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0F7E2F-5849-BC37-491C-BA1E25E16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F572F-576D-0491-6457-F2B1BE65C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492115-ED87-F830-331C-80BD76925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09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B0CFE-B36B-2BCE-9176-84C2EF842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609B4F-F188-DF29-11DF-5F386CC5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D7F84-FF22-FEAC-DF25-C05D91001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7438B-1225-92F5-4831-FDA41710F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9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6571FE-AE72-9975-EF32-7FABA7FA5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388F2A-15FC-A04F-AA99-77FD9B455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2A6BC-6158-8C50-ADEE-26FEEBF48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70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4E1C-6FA1-0EC1-2871-E1BC6DF94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3EDED-09FD-97E2-DD86-94F3E2303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546EF0-D08D-D6AB-7FE9-C8911A0D7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8849B-1615-5FDB-A9F2-D23068ADA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4F9F2D-01EA-E0DF-5C9D-98F93CADB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00005-6C99-30F7-B19E-F91DED82E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9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5CCDD-B84C-292B-49E0-7D30D56FF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15DA9-6AE0-F366-70C1-3BF7F2E30B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638F3-73FB-AB5D-7822-D66F133FF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D9326-7AE9-CACC-CF3D-D300C55B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0AF9A-7052-93A9-7B39-0C190588A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9A259-8B8D-8791-264F-1F6F280D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522FC-7C23-3999-481D-10727132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BA81B-8ED1-B5D5-B118-C05C2C09D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C3483-AFF6-3C75-C1D2-57719B0F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516B3-BE35-0F60-D6CC-716114D8B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85A33-E4B2-0DFD-0285-A3B767E4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89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93CC45-F52F-A6B1-F13A-5CC04FFD4A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AD651-BA59-7BFB-F00C-0389D62D0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FA1A8-E862-06E5-6FB6-01E1A383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AD530-B2FC-8014-3BC9-C59309191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FA0F3D-CF06-77E1-9882-84A57D85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8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5874A-8893-56C2-3CFC-36D902F52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3909A-DFE0-BD11-3557-2DA602198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09C0B-2505-CC91-6DAD-B78F4430EB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8A516-9CBA-6C48-A49E-FFAB02395139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29946-07D9-2A97-B577-2DCDE6686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37A62-A562-28F7-361A-2C2BEB929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B6EA9-D942-2E4E-B03C-EBF46BFAE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28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700C4-36A7-F3E0-9AE6-6D2EF421C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36ECF-4A80-4B0C-0DA2-9B261A0B4A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342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Austris Lukas</dc:creator>
  <cp:lastModifiedBy>Austris Lukas</cp:lastModifiedBy>
  <cp:revision>1</cp:revision>
  <dcterms:created xsi:type="dcterms:W3CDTF">2026-02-07T14:29:23Z</dcterms:created>
  <dcterms:modified xsi:type="dcterms:W3CDTF">2026-02-07T14:30:26Z</dcterms:modified>
</cp:coreProperties>
</file>